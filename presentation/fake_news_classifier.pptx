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67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601200" y="274320"/>
            <a:ext cx="2194560" cy="548640"/>
          </a:xfrm>
          <a:prstGeom prst="round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9601200" y="274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AMEX GBT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vs Real News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731520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Engineer Take-Home Assignment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Express Global Business Travel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2286000" cy="457200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5303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+ GenAI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5303520"/>
            <a:ext cx="2286000" cy="457200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108960" y="5303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5303520"/>
            <a:ext cx="2286000" cy="457200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669280" y="5303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Pipeline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303520"/>
            <a:ext cx="2286000" cy="457200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229600" y="5303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0" y="6309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28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657600" cy="3840480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📰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27432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Fake from Real news articles using NLP and GenAI — at scale and with high accuracy.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657600" cy="3840480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29768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2976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27432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389120" y="29260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 for latency, cost, and operational simplicity — the model runs in an online inference setting.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1280160"/>
            <a:ext cx="3657600" cy="3840480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22960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📦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2296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86800" y="2788920"/>
            <a:ext cx="27432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321040" y="29260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a reproducible, production-grade project — notebooks, API, dashboard, and tests.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C28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5760" y="60807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Raw: 29,204 articles  →  Post-dedup: 25,249  |  Fake: 4,057 (16.1%)  |  Real: 21,192 (83.9%)  |  Train: 20,199  |  Test: 5,050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28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Exploratory Analysis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0" cy="1051560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25,249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 After Dedup (raw: 29,204)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5029200" cy="1051560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16.1% / 83.9%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/ Real (post-dedup)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5029200" cy="1051560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Missing Pre-clean (3,731 rows)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892040"/>
            <a:ext cx="5029200" cy="1051560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7200" y="49377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dropped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5440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Leakage Risk Removed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10972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EDA Insights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760720" y="1554480"/>
            <a:ext cx="6035040" cy="86868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897880" y="1572768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  Real articles avg 385 words vs 228 for Fake — Real news is longer and more evidence-dense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2542032"/>
            <a:ext cx="6035040" cy="86868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897880" y="256032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❗  Fake uses 6× more exclamation marks (0.40 vs 0.06/article) — quantified clickbait signal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3529584"/>
            <a:ext cx="6035040" cy="86868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897880" y="3547872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 Real vocabulary: 'reuters, said, government, state, united, washington' — institutional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60720" y="4517136"/>
            <a:ext cx="6035040" cy="86868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897880" y="4535424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Fake vocabulary: 'trump, image, twitter, donald, obama, via' — social-media artifacts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0" y="5504688"/>
            <a:ext cx="6035040" cy="86868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897880" y="5522976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3,955 text duplicates removed BEFORE train/test split — prevents test contamination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28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Two-Track Solution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212080" cy="5029200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Production-Oriented Baseline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448056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(50K features, bigrams)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243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sublinear_tf=True, min_df=2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9981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57530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LinearSVC (class_weight=balanced)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0507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CalibratedClassifierCV (Platt)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663440"/>
            <a:ext cx="1554480" cy="118872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20" y="47091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ms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5303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40280" y="4663440"/>
            <a:ext cx="1554480" cy="118872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240280" y="47091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40280" y="5303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77640" y="4663440"/>
            <a:ext cx="1554480" cy="118872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977640" y="47091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file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77640" y="5303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32918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89320" y="1371600"/>
            <a:ext cx="36576" cy="45720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583680" y="1136271"/>
            <a:ext cx="5212080" cy="5029200"/>
          </a:xfrm>
          <a:prstGeom prst="roundRect">
            <a:avLst/>
          </a:prstGeom>
          <a:solidFill>
            <a:srgbClr val="2C1E4A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6" name="Text 24"/>
          <p:cNvSpPr/>
          <p:nvPr/>
        </p:nvSpPr>
        <p:spPr>
          <a:xfrm>
            <a:off x="6583680" y="1234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1645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GenAI-Based Hybrid Pipeline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49440" y="2057400"/>
            <a:ext cx="448056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629400" y="212140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Input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2468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29400" y="28163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31638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E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≥ 0.80 → Final Label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9400" y="351129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E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&lt; 0.80 → GPT-4o-mini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29400" y="385876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29400" y="4206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(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  <a:p>
            <a:pPr algn="ctr"/>
            <a:endParaRPr lang="en-US" sz="11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+ confidence + 3 reasons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29400" y="45537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20840" y="4663440"/>
            <a:ext cx="1554480" cy="118872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720840" y="47091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720840" y="5303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412480" y="4685006"/>
            <a:ext cx="1554480" cy="118872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8458200" y="47091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~$8.80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458200" y="5303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arts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195560" y="4663440"/>
            <a:ext cx="1554480" cy="118872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10195560" y="47091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195560" y="5303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28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Results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3200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LinearSVC (Calibrated)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6E4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6E4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F1-Macro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0.9971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6E4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F1-Weighted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6E4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6E4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PR-AUC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D6E4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Inference Latency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 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 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65760" y="4663440"/>
            <a:ext cx="3657600" cy="173736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65760" y="4709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52578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CV F1-Macro: 0.9953 ± 0.0012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(stable across all folds)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4663440"/>
            <a:ext cx="3657600" cy="173736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297680" y="4709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389120" y="52578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char noise: F1 = 0.9926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(−0.45% vs full-text baseline)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0" y="4663440"/>
            <a:ext cx="3657600" cy="173736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8229600" y="4709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✂️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321040" y="52578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100-word truncation: F1 = 0.8877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(−10.9% — partial text hurts more)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28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 — Hybrid LLM Engineering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Design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5577840" cy="448056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Domain-aware: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6916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insights encoded directly into prompt as classification signals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scope: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23774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text signals only — no web fact-checking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signals: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30632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Sensational language, vague attribution, social-media artifacts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signals: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7490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sources, Reuters structure, specific evidence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434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schema: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44348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Pydantic: label, confidence, reasons, needs_human_review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5120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51206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 — deterministic, reproducible outputs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Routing Strategy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09360" y="1600200"/>
            <a:ext cx="5486400" cy="68580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446520" y="16642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threshold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35440" y="16642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 (tunable)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2377440"/>
            <a:ext cx="5486400" cy="68580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446520" y="24414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LLM routing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4414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 (96% baseline-only)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154680"/>
            <a:ext cx="5486400" cy="68580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446520" y="32186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LLM latency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35440" y="32186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2.61s per LLM call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3931920"/>
            <a:ext cx="5486400" cy="68580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446520" y="3995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LLM article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35440" y="39959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$0.00022 ($0.0017 / 8 calls)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at 1M Articles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5166360"/>
            <a:ext cx="5486400" cy="438912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446520" y="51937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100% LLM routing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0" y="51937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~$220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09360" y="5669280"/>
            <a:ext cx="5486400" cy="438912"/>
          </a:xfrm>
          <a:prstGeom prst="roundRect">
            <a:avLst/>
          </a:prstGeom>
          <a:solidFill>
            <a:srgbClr val="1A5E37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446520" y="56967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4% hybrid routing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0" y="56967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~$8.80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09360" y="6172200"/>
            <a:ext cx="5486400" cy="438912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446520" y="61996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Track 1 only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058400" y="61996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09360" y="6492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note: For sensitive data → swap OpenAI for local model (Mistral 7B / </a:t>
            </a:r>
            <a:r>
              <a:rPr lang="en-US" sz="1000" i="1" dirty="0" err="1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r>
              <a:rPr lang="en-US" sz="1000" i="1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/AWS Bedrock)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28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 Design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474720" y="1143000"/>
            <a:ext cx="5212080" cy="429768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520440" y="117043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 Incoming Article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20440" y="165506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112264"/>
            <a:ext cx="5212080" cy="429768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520440" y="213969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FastAPI REST API   /predict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262432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3081528"/>
            <a:ext cx="5212080" cy="429768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520440" y="310896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Preprocessing (lowercase, title+text)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359359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4050792"/>
            <a:ext cx="5212080" cy="429768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520440" y="407822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LinearSVC Pipeline (joblib)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456285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confidence &lt; 0.80 + use_llm=True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5020056"/>
            <a:ext cx="5212080" cy="429768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520440" y="504748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GPT-4o-mini — Structured Output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55321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5989320"/>
            <a:ext cx="5212080" cy="429768"/>
          </a:xfrm>
          <a:prstGeom prst="round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520440" y="601675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 Response: label + confidence + reasons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1188720"/>
            <a:ext cx="2926080" cy="502920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3" name="Text 21"/>
          <p:cNvSpPr/>
          <p:nvPr/>
        </p:nvSpPr>
        <p:spPr>
          <a:xfrm>
            <a:off x="274320" y="1234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1664208"/>
            <a:ext cx="256032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11480" y="1783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24414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joblib binary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09981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FastAPI + uvicorn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75818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GPU required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41655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Stateless — scales horizontally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06840" y="1188720"/>
            <a:ext cx="2926080" cy="502920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9006840" y="1234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189720" y="1664208"/>
            <a:ext cx="256032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9144000" y="1783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Confidence distribution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0" y="24414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Prediction rate per class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0" y="309981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 escalation rate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0" y="375818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latency (p50/p95/p99)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0" y="441655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Drift detection alerts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28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for AMEX GBT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703320" cy="539496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3703320" cy="6400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20040" y="121615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234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Track 1 for Production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3832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LinearSVC pipeline for real-time article moderation.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Sub-millisecond latency at any volume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API dependency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joblib binary — containerise in minutes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GPU infrastructure needed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188720"/>
            <a:ext cx="3703320" cy="539496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297680" y="1188720"/>
            <a:ext cx="3703320" cy="64008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297680" y="121615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83480" y="1234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 for Analyst Workflows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4840" y="1920240"/>
            <a:ext cx="33832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ambiguous articles to GPT-4o-mini for explainable classification.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Textual reasons build analyst trust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Tunable confidence threshold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needs_human_review flag for edge cases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~$8.80 per 1M articles at 4% routing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1188720"/>
            <a:ext cx="3703320" cy="539496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275320" y="1188720"/>
            <a:ext cx="3703320" cy="640080"/>
          </a:xfrm>
          <a:prstGeom prst="rect">
            <a:avLst/>
          </a:prstGeom>
          <a:solidFill>
            <a:srgbClr val="CA6F1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275320" y="121615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961120" y="1234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Roadmap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1920240"/>
            <a:ext cx="33832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DistilBERT for style-mimicking fakes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paraphrase robustness benchmark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dataset beyond US politics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confidence drift monitoring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learning via human review queue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28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286000" y="1280160"/>
            <a:ext cx="7589520" cy="1371600"/>
          </a:xfrm>
          <a:prstGeom prst="roundRect">
            <a:avLst/>
          </a:prstGeom>
          <a:solidFill>
            <a:srgbClr val="1B4F72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286000" y="132588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0" y="19659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classification • Confidence gauge • GPT-4o-mini reasoning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3657600" cy="228600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Prediction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any article → instant label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confidence gauge (0–100%)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926080"/>
            <a:ext cx="3657600" cy="228600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29768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38912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4-Tab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40233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| EDA | Model Performance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Business Case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2926080"/>
            <a:ext cx="3657600" cy="228600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22960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32104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Endpoint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40233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at localhost:8000/docs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/predict and /predict/batch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5440680"/>
            <a:ext cx="9418320" cy="11887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554480" y="5468112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src/train.py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streamlit run app/dashboard.py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uvicorn app.api:app --reload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743200" y="1554480"/>
            <a:ext cx="667512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0" cy="393192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52928"/>
            <a:ext cx="3291840" cy="36576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94360" y="2944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  (raw CSVs)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46557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notebooks/  (Track 1 + 2)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98678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  (preprocessing, train, llm)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5079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  (FastAPI + Streamlit)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5029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outputs/  (figures, metrics, models)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5504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presentation/ + docs/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2377440"/>
            <a:ext cx="3657600" cy="393192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389120" y="2423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2852928"/>
            <a:ext cx="3291840" cy="36576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526280" y="2944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(TF-IDF, LinearSVC, LR)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346557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GPT-4o-mini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6280" y="398678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(structured output)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45079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uvicorn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5029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6280" y="55504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python-dotenv + joblib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0" y="2377440"/>
            <a:ext cx="3657600" cy="3931920"/>
          </a:xfrm>
          <a:prstGeom prst="roundRect">
            <a:avLst/>
          </a:prstGeom>
          <a:solidFill>
            <a:srgbClr val="1C2833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321040" y="2423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03920" y="2852928"/>
            <a:ext cx="3291840" cy="36576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8458200" y="2944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No data leakage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58200" y="346557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Production src/ modules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58200" y="398678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Engineered LLM pipeline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58200" y="45079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FastAPI REST endpoint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58200" y="5029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Live Streamlit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58200" y="55504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Business-framed answers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AMEX GBT  |  ML Engineer Assignment  |  April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992</Words>
  <Application>Microsoft Office PowerPoint</Application>
  <PresentationFormat>Widescreen</PresentationFormat>
  <Paragraphs>228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Swati Gupta</cp:lastModifiedBy>
  <cp:revision>3</cp:revision>
  <dcterms:created xsi:type="dcterms:W3CDTF">2026-04-17T15:38:02Z</dcterms:created>
  <dcterms:modified xsi:type="dcterms:W3CDTF">2026-04-17T15:49:30Z</dcterms:modified>
</cp:coreProperties>
</file>